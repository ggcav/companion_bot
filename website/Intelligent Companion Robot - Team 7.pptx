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bad89d72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ebad89d72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c88e0a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ec88e0a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ec88e0a8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ec88e0a8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c88e0a8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ec88e0a8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ec88e0a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ec88e0a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ec88e0a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ec88e0a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c88e0a8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ec88e0a8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ec88e0a8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ec88e0a8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ec88e0a8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ec88e0a8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ec88e0a8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ec88e0a8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Intelligent Companion Robot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7: Zhijie(Jack) Zhou, JinFeng He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377150" y="1664375"/>
            <a:ext cx="8116500" cy="3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Provide emotional support and interaction for users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Talk like your closest “buddy”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Responds to user voice and touch through different sensors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Emotion faces dynamically generated through pygame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Displays expressive emotions and personality in real-time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 state: Keep Smiling is always the best!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Active state: talking expression(animated mouth and eyes)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Desktop pet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Test Raspberry Pi 4’s capacity with local LLMs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</a:t>
            </a:r>
            <a:r>
              <a:rPr lang="en"/>
              <a:t>components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Raspberry Pi 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piTFT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Mini microphone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Speaker on wm8960-soundcard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256GB USB drive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components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164300"/>
            <a:ext cx="72057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Configuration file in setting.yaml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STT pipeline: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PyAudio capture + WebRTC VAD in audio_input.py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Adaptive VAD in voice_detect.py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Realtime STT (faster-whisper) in stt_engine.py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End-to-end integration in with callbacks/stats in voice_pipeline.py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LLM and conversations: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Context with personality prompt engineering, emotion-tag parsing, streaming segmentation, response filtering, history in conversation_manager.py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Integration with STT, LLM, TTS with callbacks and stats in conversation_pipeline.py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Ollama API (qwen2.5:0.5b) in ollama_client.py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TTS pipeline: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Piper backends, emotion-modulated speech, segmented speaking in tts_engine.py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Emotion and personality: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state machine, traits, decay, boosts in emotion_engine.py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Display/expressions: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threaded controller, priority for listening/speaking/emotion, transitions, touch gestures in emotion_display.py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Memory: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SQLite helper in database.py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Scripts for different tests and demo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functionalities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4442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Voice loop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LLM conversation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Emotion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Expression display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TTS 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Memory model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performance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80" y="1301600"/>
            <a:ext cx="3903324" cy="31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2000" y="1374025"/>
            <a:ext cx="4693699" cy="30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roadblocks</a:t>
            </a:r>
            <a:endParaRPr/>
          </a:p>
        </p:txBody>
      </p:sp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From llama3.2:3b, to tinyllama:latest to llama3.2:1b, to qwen2.5:0.5b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From Whisper to faster whisper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WM8960 audio card connecting issue and package conflicting with PulseAudio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Fine Tuning</a:t>
            </a:r>
            <a:r>
              <a:rPr lang="en"/>
              <a:t> for smoothness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well</a:t>
            </a:r>
            <a:endParaRPr/>
          </a:p>
        </p:txBody>
      </p:sp>
      <p:sp>
        <p:nvSpPr>
          <p:cNvPr id="328" name="Google Shape;328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Strictly </a:t>
            </a:r>
            <a:r>
              <a:rPr lang="en"/>
              <a:t>follow the implementation plan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Modularized implementation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not well</a:t>
            </a:r>
            <a:endParaRPr/>
          </a:p>
        </p:txBody>
      </p:sp>
      <p:sp>
        <p:nvSpPr>
          <p:cNvPr id="334" name="Google Shape;334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Remember each week’s progress report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features</a:t>
            </a:r>
            <a:endParaRPr/>
          </a:p>
        </p:txBody>
      </p:sp>
      <p:sp>
        <p:nvSpPr>
          <p:cNvPr id="340" name="Google Shape;340;p23"/>
          <p:cNvSpPr txBox="1"/>
          <p:nvPr>
            <p:ph idx="1" type="body"/>
          </p:nvPr>
        </p:nvSpPr>
        <p:spPr>
          <a:xfrm>
            <a:off x="1303800" y="1339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Apply computer vision to track people movements (or create eye contact)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Toggle an advanced mode by using cloud api for better </a:t>
            </a:r>
            <a:r>
              <a:rPr lang="en"/>
              <a:t>performance</a:t>
            </a:r>
            <a:r>
              <a:rPr lang="en"/>
              <a:t> and memory storage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